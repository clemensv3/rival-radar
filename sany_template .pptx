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453" r:id="rId5"/>
    <p:sldId id="16144174" r:id="rId6"/>
    <p:sldId id="383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8C43B-7E39-4C4A-844B-2693BC4273BC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AC18B-0FB7-41B5-9623-2818D5F57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84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9875" cy="37242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2037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A7EA511-84E0-4AE0-9842-AB0E10994BF1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l" defTabSz="42037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577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4" b="14354"/>
          <a:stretch>
            <a:fillRect/>
          </a:stretch>
        </p:blipFill>
        <p:spPr bwMode="auto">
          <a:xfrm>
            <a:off x="0" y="1166335"/>
            <a:ext cx="121920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平行四边形 2"/>
          <p:cNvSpPr/>
          <p:nvPr userDrawn="1"/>
        </p:nvSpPr>
        <p:spPr>
          <a:xfrm>
            <a:off x="1149396" y="895508"/>
            <a:ext cx="5129883" cy="3118164"/>
          </a:xfrm>
          <a:prstGeom prst="parallelogram">
            <a:avLst>
              <a:gd name="adj" fmla="val 58615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65"/>
          </a:p>
        </p:txBody>
      </p:sp>
      <p:grpSp>
        <p:nvGrpSpPr>
          <p:cNvPr id="23" name="组合 22"/>
          <p:cNvGrpSpPr>
            <a:grpSpLocks noChangeAspect="1"/>
          </p:cNvGrpSpPr>
          <p:nvPr userDrawn="1"/>
        </p:nvGrpSpPr>
        <p:grpSpPr>
          <a:xfrm>
            <a:off x="291339" y="228221"/>
            <a:ext cx="3360000" cy="515535"/>
            <a:chOff x="146496" y="162555"/>
            <a:chExt cx="2864179" cy="439458"/>
          </a:xfrm>
        </p:grpSpPr>
        <p:pic>
          <p:nvPicPr>
            <p:cNvPr id="20" name="图片 19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708" t="8932" b="28546"/>
            <a:stretch>
              <a:fillRect/>
            </a:stretch>
          </p:blipFill>
          <p:spPr>
            <a:xfrm>
              <a:off x="146496" y="162555"/>
              <a:ext cx="1540799" cy="439458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171" y="238919"/>
              <a:ext cx="1184504" cy="28800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 userDrawn="1"/>
          </p:nvSpPr>
          <p:spPr>
            <a:xfrm>
              <a:off x="1762448" y="240704"/>
              <a:ext cx="36000" cy="28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65"/>
            </a:p>
          </p:txBody>
        </p:sp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71531" y="1412776"/>
            <a:ext cx="3828620" cy="22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1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83DFA595-D028-4EA5-B4A4-AD357E6C4F8C}" type="datetime1">
              <a:rPr lang="zh-CN" altLang="en-US" sz="600" smtClean="0">
                <a:cs typeface="+mn-cs"/>
              </a:rPr>
              <a:t>2026/7/8</a:t>
            </a:fld>
            <a:endParaRPr lang="zh-CN" altLang="en-US" sz="800">
              <a:solidFill>
                <a:schemeClr val="tx1"/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zh-CN" sz="600">
              <a:cs typeface="+mn-cs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6537" y="578808"/>
            <a:ext cx="12191997" cy="0"/>
            <a:chOff x="16535" y="732889"/>
            <a:chExt cx="12190411" cy="0"/>
          </a:xfrm>
        </p:grpSpPr>
        <p:cxnSp>
          <p:nvCxnSpPr>
            <p:cNvPr id="9" name="直接连接符 8"/>
            <p:cNvCxnSpPr/>
            <p:nvPr userDrawn="1"/>
          </p:nvCxnSpPr>
          <p:spPr>
            <a:xfrm>
              <a:off x="16535" y="732889"/>
              <a:ext cx="2051721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/>
          </p:nvCxnSpPr>
          <p:spPr>
            <a:xfrm>
              <a:off x="2068254" y="732889"/>
              <a:ext cx="10138692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灯片编号占位符 4"/>
          <p:cNvSpPr txBox="1"/>
          <p:nvPr userDrawn="1"/>
        </p:nvSpPr>
        <p:spPr>
          <a:xfrm>
            <a:off x="11177693" y="6591300"/>
            <a:ext cx="1031240" cy="266700"/>
          </a:xfrm>
          <a:prstGeom prst="rect">
            <a:avLst/>
          </a:prstGeom>
          <a:solidFill>
            <a:srgbClr val="C00000"/>
          </a:solidFill>
        </p:spPr>
        <p:txBody>
          <a:bodyPr vert="horz" lIns="98985" tIns="49520" rIns="98985" bIns="49520" rtlCol="0" anchor="ctr" anchorCtr="0"/>
          <a:lstStyle>
            <a:defPPr>
              <a:defRPr lang="zh-CN"/>
            </a:defPPr>
            <a:lvl1pPr marL="0" lvl="0" indent="0" algn="r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lvl="1" indent="-28575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lvl="2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lvl="3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lvl="4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lvl="5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lvl="6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lvl="7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lvl="8" indent="-228600" algn="l" defTabSz="675005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300" b="0" i="0" u="none" kern="1200" baseline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/>
            <a:fld id="{21E5BBD9-7A9F-4644-8126-E22D717B6BA2}" type="slidenum">
              <a:rPr lang="zh-CN" altLang="en-US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"/>
          <p:cNvGrpSpPr/>
          <p:nvPr userDrawn="1"/>
        </p:nvGrpSpPr>
        <p:grpSpPr bwMode="auto">
          <a:xfrm>
            <a:off x="8582851" y="40120"/>
            <a:ext cx="3551767" cy="406400"/>
            <a:chOff x="6300192" y="171450"/>
            <a:chExt cx="2663825" cy="406400"/>
          </a:xfrm>
        </p:grpSpPr>
        <p:pic>
          <p:nvPicPr>
            <p:cNvPr id="14" name="图片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230" t="40463" r="18893" b="51445"/>
            <a:stretch>
              <a:fillRect/>
            </a:stretch>
          </p:blipFill>
          <p:spPr bwMode="auto">
            <a:xfrm>
              <a:off x="6300192" y="171450"/>
              <a:ext cx="2663825" cy="40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5" name="直接连接符 14"/>
            <p:cNvCxnSpPr/>
            <p:nvPr/>
          </p:nvCxnSpPr>
          <p:spPr bwMode="auto">
            <a:xfrm>
              <a:off x="7473354" y="311150"/>
              <a:ext cx="0" cy="2413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DC0EE6-C6F7-4B02-B0F6-F97A30EF4D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24979"/>
            <a:ext cx="7549917" cy="550982"/>
          </a:xfrm>
        </p:spPr>
        <p:txBody>
          <a:bodyPr>
            <a:normAutofit/>
          </a:bodyPr>
          <a:lstStyle>
            <a:lvl1pPr>
              <a:buNone/>
              <a:defRPr sz="3200" b="1">
                <a:solidFill>
                  <a:srgbClr val="C00000"/>
                </a:solidFill>
              </a:defRPr>
            </a:lvl1pPr>
            <a:lvl2pPr>
              <a:buNone/>
              <a:defRPr>
                <a:solidFill>
                  <a:srgbClr val="C00000"/>
                </a:solidFill>
              </a:defRPr>
            </a:lvl2pPr>
            <a:lvl3pPr>
              <a:buNone/>
              <a:defRPr>
                <a:solidFill>
                  <a:srgbClr val="C00000"/>
                </a:solidFill>
              </a:defRPr>
            </a:lvl3pPr>
            <a:lvl4pPr>
              <a:buNone/>
              <a:defRPr>
                <a:solidFill>
                  <a:srgbClr val="C00000"/>
                </a:solidFill>
              </a:defRPr>
            </a:lvl4pPr>
            <a:lvl5pPr>
              <a:buNone/>
              <a:defRPr>
                <a:solidFill>
                  <a:srgbClr val="C0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644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2717-FF5F-2F3A-AAFE-3E1E9021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08FC6-066C-DC13-961E-E22AC705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67970506-049C-43B1-9191-20D581CA77E1}" type="datetime1">
              <a:rPr lang="zh-CN" altLang="en-US" sz="600" smtClean="0">
                <a:cs typeface="+mn-cs"/>
              </a:rPr>
              <a:t>2026/7/8</a:t>
            </a:fld>
            <a:endParaRPr lang="zh-CN" altLang="en-US" sz="80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57229-828A-7901-4987-38E4FD70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zh-CN" sz="600"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77B73-8078-408A-D928-3E8D9335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9A0DB2DC-4C9A-4742-B13C-FB6460FD3503}" type="slidenum">
              <a:rPr lang="zh-CN" altLang="en-US" smtClean="0">
                <a:solidFill>
                  <a:srgbClr val="898989"/>
                </a:solidFill>
              </a:rPr>
              <a:t>‹#›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93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  <a14:imgEffect>
                      <a14:sharpenSoften amount="10000"/>
                    </a14:imgEffect>
                  </a14:imgLayer>
                </a14:imgProps>
              </a:ext>
            </a:extLst>
          </a:blip>
          <a:srcRect t="14354" b="14354"/>
          <a:stretch>
            <a:fillRect/>
          </a:stretch>
        </p:blipFill>
        <p:spPr bwMode="auto">
          <a:xfrm>
            <a:off x="0" y="2140744"/>
            <a:ext cx="121920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平行四边形 2"/>
          <p:cNvSpPr/>
          <p:nvPr userDrawn="1"/>
        </p:nvSpPr>
        <p:spPr>
          <a:xfrm>
            <a:off x="1057517" y="2140200"/>
            <a:ext cx="9600000" cy="2577600"/>
          </a:xfrm>
          <a:prstGeom prst="parallelogram">
            <a:avLst>
              <a:gd name="adj" fmla="val 57290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65"/>
          </a:p>
        </p:txBody>
      </p:sp>
      <p:sp>
        <p:nvSpPr>
          <p:cNvPr id="4" name="išľïḋé"/>
          <p:cNvSpPr txBox="1"/>
          <p:nvPr userDrawn="1"/>
        </p:nvSpPr>
        <p:spPr>
          <a:xfrm>
            <a:off x="2255573" y="3410539"/>
            <a:ext cx="6944472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altLang="zh-CN" sz="6400" b="0">
                <a:solidFill>
                  <a:schemeClr val="bg1"/>
                </a:solidFill>
                <a:latin typeface="Arial Black" panose="020B0A04020102020204" pitchFamily="34" charset="0"/>
                <a:ea typeface="方正综艺_GBK" panose="03000509000000000000" pitchFamily="65" charset="-122"/>
                <a:cs typeface="+mn-ea"/>
                <a:sym typeface="+mn-lt"/>
              </a:rPr>
              <a:t>THANK YOU</a:t>
            </a:r>
            <a:r>
              <a:rPr lang="zh-CN" altLang="en-US" sz="6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！</a:t>
            </a:r>
            <a:endParaRPr lang="tr-TR" sz="6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išľïḋé"/>
          <p:cNvSpPr txBox="1"/>
          <p:nvPr userDrawn="1"/>
        </p:nvSpPr>
        <p:spPr>
          <a:xfrm>
            <a:off x="2694395" y="2501844"/>
            <a:ext cx="6944472" cy="993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5865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感谢！</a:t>
            </a:r>
            <a:endParaRPr lang="tr-TR" sz="5865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 rot="1800000">
            <a:off x="1967488" y="-468055"/>
            <a:ext cx="0" cy="720000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8080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50000">
                  <a:srgbClr val="FF0000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53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74239" tIns="37140" rIns="74239" bIns="3714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395"/>
            <a:ext cx="10972800" cy="4525963"/>
          </a:xfrm>
          <a:prstGeom prst="rect">
            <a:avLst/>
          </a:prstGeom>
        </p:spPr>
        <p:txBody>
          <a:bodyPr vert="horz" lIns="74239" tIns="37140" rIns="74239" bIns="3714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895"/>
            <a:ext cx="2844800" cy="365125"/>
          </a:xfrm>
          <a:prstGeom prst="rect">
            <a:avLst/>
          </a:prstGeom>
        </p:spPr>
        <p:txBody>
          <a:bodyPr vert="horz" lIns="74239" tIns="37140" rIns="74239" bIns="37140" rtlCol="0" anchor="ctr"/>
          <a:lstStyle>
            <a:lvl1pPr algn="l">
              <a:defRPr sz="1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>
              <a:defRPr/>
            </a:pPr>
            <a:fld id="{67970506-049C-43B1-9191-20D581CA77E1}" type="datetime1">
              <a:rPr lang="zh-CN" altLang="en-US" sz="600" smtClean="0">
                <a:cs typeface="+mn-cs"/>
              </a:rPr>
              <a:t>2026/7/8</a:t>
            </a:fld>
            <a:endParaRPr lang="zh-CN" altLang="en-US" sz="800">
              <a:solidFill>
                <a:schemeClr val="tx1"/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3" y="6356895"/>
            <a:ext cx="3860800" cy="365125"/>
          </a:xfrm>
          <a:prstGeom prst="rect">
            <a:avLst/>
          </a:prstGeom>
        </p:spPr>
        <p:txBody>
          <a:bodyPr vert="horz" lIns="74239" tIns="37140" rIns="74239" bIns="37140" rtlCol="0" anchor="ctr"/>
          <a:lstStyle>
            <a:lvl1pPr algn="ctr">
              <a:defRPr sz="1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>
              <a:defRPr/>
            </a:pPr>
            <a:endParaRPr lang="zh-CN" altLang="zh-CN" sz="600"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895"/>
            <a:ext cx="2844800" cy="365125"/>
          </a:xfrm>
          <a:prstGeom prst="rect">
            <a:avLst/>
          </a:prstGeom>
        </p:spPr>
        <p:txBody>
          <a:bodyPr vert="horz" lIns="74239" tIns="37140" rIns="74239" bIns="37140" rtlCol="0" anchor="ctr"/>
          <a:lstStyle>
            <a:lvl1pPr algn="r">
              <a:defRPr sz="1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9A0DB2DC-4C9A-4742-B13C-FB6460FD3503}" type="slidenum">
              <a:rPr lang="zh-CN" altLang="en-US" smtClean="0">
                <a:solidFill>
                  <a:srgbClr val="898989"/>
                </a:solidFill>
              </a:rPr>
              <a:t>‹#›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1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8" r:id="rId2"/>
    <p:sldLayoutId id="2147483677" r:id="rId3"/>
    <p:sldLayoutId id="2147483667" r:id="rId4"/>
  </p:sldLayoutIdLst>
  <p:hf hdr="0" ftr="0" dt="0"/>
  <p:txStyles>
    <p:titleStyle>
      <a:lvl1pPr algn="ctr" defTabSz="989965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0840" indent="-370840" algn="l" defTabSz="989965" rtl="0" eaLnBrk="1" latinLnBrk="0" hangingPunct="1">
        <a:spcBef>
          <a:spcPts val="130"/>
        </a:spcBef>
        <a:buFont typeface="Arial" panose="020B0604020202020204" pitchFamily="34" charset="0"/>
        <a:buChar char="•"/>
        <a:defRPr sz="3865" kern="1200">
          <a:solidFill>
            <a:schemeClr val="tx1"/>
          </a:solidFill>
          <a:latin typeface="+mn-lt"/>
          <a:ea typeface="+mn-ea"/>
          <a:cs typeface="+mn-cs"/>
        </a:defRPr>
      </a:lvl1pPr>
      <a:lvl2pPr marL="804545" indent="-309245" algn="l" defTabSz="989965" rtl="0" eaLnBrk="1" latinLnBrk="0" hangingPunct="1">
        <a:spcBef>
          <a:spcPts val="130"/>
        </a:spcBef>
        <a:buFont typeface="Arial" panose="020B0604020202020204" pitchFamily="34" charset="0"/>
        <a:buChar char="–"/>
        <a:defRPr sz="3335" kern="1200">
          <a:solidFill>
            <a:schemeClr val="tx1"/>
          </a:solidFill>
          <a:latin typeface="+mn-lt"/>
          <a:ea typeface="+mn-ea"/>
          <a:cs typeface="+mn-cs"/>
        </a:defRPr>
      </a:lvl2pPr>
      <a:lvl3pPr marL="1237615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2280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580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722880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217545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712845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208145" indent="-247015" algn="l" defTabSz="989965" rtl="0" eaLnBrk="1" latinLnBrk="0" hangingPunct="1">
        <a:spcBef>
          <a:spcPts val="13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89965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5265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0565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74595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5195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59860" algn="l" defTabSz="98996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95" y="4440204"/>
            <a:ext cx="12191999" cy="74866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12700" marR="0" lvl="0" indent="0" algn="ctr" defTabSz="420370" eaLnBrk="1" fontAlgn="base" latinLnBrk="0" hangingPunct="1">
              <a:lnSpc>
                <a:spcPct val="100000"/>
              </a:lnSpc>
              <a:spcBef>
                <a:spcPts val="105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4265" b="1" spc="180" noProof="0" dirty="0">
                <a:solidFill>
                  <a:srgbClr val="C517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C99E5-C180-7805-BE7D-5006A5CBBA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XXXX</a:t>
            </a:r>
          </a:p>
        </p:txBody>
      </p:sp>
    </p:spTree>
    <p:extLst>
      <p:ext uri="{BB962C8B-B14F-4D97-AF65-F5344CB8AC3E}">
        <p14:creationId xmlns:p14="http://schemas.microsoft.com/office/powerpoint/2010/main" val="335674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01f0676-2640-4ad3-9261-53c277146f94">
      <Terms xmlns="http://schemas.microsoft.com/office/infopath/2007/PartnerControls"/>
    </lcf76f155ced4ddcb4097134ff3c332f>
    <TaxCatchAll xmlns="fc400c82-d4aa-4935-b80f-9d10808d16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7887F7AB05FB4FAB1EEC1313597055" ma:contentTypeVersion="17" ma:contentTypeDescription="Ein neues Dokument erstellen." ma:contentTypeScope="" ma:versionID="b055e5ad7fe28f7ed43f2dc9e9b0c029">
  <xsd:schema xmlns:xsd="http://www.w3.org/2001/XMLSchema" xmlns:xs="http://www.w3.org/2001/XMLSchema" xmlns:p="http://schemas.microsoft.com/office/2006/metadata/properties" xmlns:ns2="001f0676-2640-4ad3-9261-53c277146f94" xmlns:ns3="fc400c82-d4aa-4935-b80f-9d10808d1661" targetNamespace="http://schemas.microsoft.com/office/2006/metadata/properties" ma:root="true" ma:fieldsID="1d89d7d27724ca44c0164d756835af69" ns2:_="" ns3:_="">
    <xsd:import namespace="001f0676-2640-4ad3-9261-53c277146f94"/>
    <xsd:import namespace="fc400c82-d4aa-4935-b80f-9d10808d16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1f0676-2640-4ad3-9261-53c277146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2a7bab23-a2d4-4181-bd58-797dd3f0da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400c82-d4aa-4935-b80f-9d10808d166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10a36b-c042-4850-b913-4a9f441d7e5e}" ma:internalName="TaxCatchAll" ma:showField="CatchAllData" ma:web="fc400c82-d4aa-4935-b80f-9d10808d16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DD8CC2-C16D-4D11-8168-83CFFD7DD9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7F99C3-CB3A-40B7-AD6A-F006433FA8E3}">
  <ds:schemaRefs>
    <ds:schemaRef ds:uri="001f0676-2640-4ad3-9261-53c277146f94"/>
    <ds:schemaRef ds:uri="fc400c82-d4aa-4935-b80f-9d10808d166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D1CAF42-00B5-48F8-B9F8-7320E0CF2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1f0676-2640-4ad3-9261-53c277146f94"/>
    <ds:schemaRef ds:uri="fc400c82-d4aa-4935-b80f-9d10808d16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微软雅黑</vt:lpstr>
      <vt:lpstr>Aptos</vt:lpstr>
      <vt:lpstr>Arial</vt:lpstr>
      <vt:lpstr>Arial Black</vt:lpstr>
      <vt:lpstr>Calibri</vt:lpstr>
      <vt:lpstr>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Poltronieri, Fabio</dc:creator>
  <cp:lastModifiedBy>Hoyer, Clemens</cp:lastModifiedBy>
  <cp:revision>6</cp:revision>
  <dcterms:created xsi:type="dcterms:W3CDTF">2026-01-28T08:13:21Z</dcterms:created>
  <dcterms:modified xsi:type="dcterms:W3CDTF">2026-07-08T06:33:34Z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0x010100D47887F7AB05FB4FAB1EEC1313597055</vt:lpwstr>
  </property>
  <property fmtid="{D5CDD505-2E9C-101B-9397-08002B2CF9AE}" pid="3" name="MediaServiceImageTags">
    <vt:lpwstr/>
  </property>
</Properties>
</file>